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right. The EHR medication list switches the twin's physiology model (step 2). PROSPIE real data is used only for validation (dashed arrow).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ThermoTwin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physics + ML twin: the medication record changes the physiology model, not just the score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904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EHR (synthetic)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meds by class, eGFR history, NSAIDs, age, BMI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219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stream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 heart rate + activity (JOS-3 simulated shifts)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535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archive: Delhi heatwave, May 2024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639312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0EEEA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850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heat trials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PROSPIE (22 people, 99 trials): validation only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170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ENGINE (PYTHON)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0360" y="1444752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E3ECF7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14904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ECTemp Kalman filter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temperature from heart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80360" y="2176272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E3ECF7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71800" y="22219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Medication correction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β-blocker: un-blunt HR, widen noise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80360" y="2907792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E3ECF7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71800" y="29535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Personal bias learning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Thermometer readings from past shifts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80360" y="3639312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E3ECF7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36850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60-min forecaster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Gagge physics + gradient boosting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33088" y="2066544"/>
            <a:ext cx="914" cy="109728"/>
          </a:xfrm>
          <a:prstGeom prst="line">
            <a:avLst/>
          </a:prstGeom>
          <a:noFill/>
          <a:ln w="15875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133088" y="2798064"/>
            <a:ext cx="914" cy="109728"/>
          </a:xfrm>
          <a:prstGeom prst="line">
            <a:avLst/>
          </a:prstGeom>
          <a:noFill/>
          <a:ln w="15875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33088" y="3529584"/>
            <a:ext cx="914" cy="109728"/>
          </a:xfrm>
          <a:prstGeom prst="line">
            <a:avLst/>
          </a:prstGeom>
          <a:noFill/>
          <a:ln w="15875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806440" y="1170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06440" y="1444752"/>
            <a:ext cx="14630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97880" y="1490472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/patients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/timeline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/whatif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2907792"/>
            <a:ext cx="1463040" cy="1353312"/>
          </a:xfrm>
          <a:prstGeom prst="roundRect">
            <a:avLst>
              <a:gd name="adj" fmla="val 4054"/>
            </a:avLst>
          </a:prstGeom>
          <a:solidFill>
            <a:srgbClr val="F6E3DA"/>
          </a:solidFill>
          <a:ln w="12700">
            <a:solidFill>
              <a:srgbClr val="B446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97880" y="2953512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rules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whammy, eGFR decline, β-blocker masking, heat strain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1444752"/>
            <a:ext cx="1097280" cy="1353312"/>
          </a:xfrm>
          <a:prstGeom prst="roundRect">
            <a:avLst>
              <a:gd name="adj" fmla="val 5000"/>
            </a:avLst>
          </a:prstGeom>
          <a:solidFill>
            <a:srgbClr val="E1F1E9"/>
          </a:solidFill>
          <a:ln w="12700">
            <a:solidFill>
              <a:srgbClr val="1D8A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0" y="1490472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live twin, what-if, review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2907792"/>
            <a:ext cx="109728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2953512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doctor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Pre-summer medication review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468880" y="175564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468880" y="248716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468880" y="321868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2468880" y="1920240"/>
            <a:ext cx="411480" cy="2029968"/>
          </a:xfrm>
          <a:prstGeom prst="line">
            <a:avLst/>
          </a:prstGeom>
          <a:noFill/>
          <a:ln w="15875">
            <a:solidFill>
              <a:srgbClr val="6B675F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394960" y="212140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394960" y="358444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269480" y="2121408"/>
            <a:ext cx="32004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38160" y="2798064"/>
            <a:ext cx="914" cy="109728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57200" y="4407408"/>
            <a:ext cx="8229600" cy="329184"/>
          </a:xfrm>
          <a:prstGeom prst="roundRect">
            <a:avLst>
              <a:gd name="adj" fmla="val 22222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4074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Docker Compose (non-root API with health check · nginx serves dashboard and proxies /api)    ·    Quality: pytest suite, participant-held-out real-data validation, multi-seed evaluation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ThermoTwin architecture</dc:title>
  <dc:subject>PptxGenJS Presentation</dc:subject>
  <dc:creator>PptxGenJS</dc:creator>
  <cp:lastModifiedBy>PptxGenJS</cp:lastModifiedBy>
  <cp:revision>1</cp:revision>
  <dcterms:created xsi:type="dcterms:W3CDTF">2026-09-25T07:57:42Z</dcterms:created>
  <dcterms:modified xsi:type="dcterms:W3CDTF">2026-09-25T07:57:42Z</dcterms:modified>
</cp:coreProperties>
</file>